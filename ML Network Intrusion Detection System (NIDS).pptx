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86" r:id="rId7"/>
    <p:sldId id="287" r:id="rId8"/>
    <p:sldId id="288" r:id="rId9"/>
    <p:sldId id="289" r:id="rId10"/>
    <p:sldId id="290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FB30A4-D725-4744-A68B-0239DB158448}" v="61" dt="2025-12-03T14:42:57.5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nam di" userId="65525d6e1b9f1ace" providerId="LiveId" clId="{C421F596-A21B-4506-BB09-5308966E7015}"/>
    <pc:docChg chg="custSel modSld">
      <pc:chgData name="nnam di" userId="65525d6e1b9f1ace" providerId="LiveId" clId="{C421F596-A21B-4506-BB09-5308966E7015}" dt="2025-12-03T14:42:57.566" v="73" actId="20577"/>
      <pc:docMkLst>
        <pc:docMk/>
      </pc:docMkLst>
      <pc:sldChg chg="modSp mod">
        <pc:chgData name="nnam di" userId="65525d6e1b9f1ace" providerId="LiveId" clId="{C421F596-A21B-4506-BB09-5308966E7015}" dt="2025-12-03T14:42:57.566" v="73" actId="20577"/>
        <pc:sldMkLst>
          <pc:docMk/>
          <pc:sldMk cId="3870473348" sldId="288"/>
        </pc:sldMkLst>
        <pc:spChg chg="mod">
          <ac:chgData name="nnam di" userId="65525d6e1b9f1ace" providerId="LiveId" clId="{C421F596-A21B-4506-BB09-5308966E7015}" dt="2025-12-03T14:42:57.566" v="73" actId="20577"/>
          <ac:spMkLst>
            <pc:docMk/>
            <pc:sldMk cId="3870473348" sldId="288"/>
            <ac:spMk id="3" creationId="{5E87A876-5EF7-B23F-676D-76DD8EEC7F97}"/>
          </ac:spMkLst>
        </pc:spChg>
      </pc:sldChg>
      <pc:sldChg chg="modSp mod">
        <pc:chgData name="nnam di" userId="65525d6e1b9f1ace" providerId="LiveId" clId="{C421F596-A21B-4506-BB09-5308966E7015}" dt="2025-12-03T14:38:08.257" v="12" actId="20577"/>
        <pc:sldMkLst>
          <pc:docMk/>
          <pc:sldMk cId="1248374299" sldId="290"/>
        </pc:sldMkLst>
        <pc:spChg chg="mod">
          <ac:chgData name="nnam di" userId="65525d6e1b9f1ace" providerId="LiveId" clId="{C421F596-A21B-4506-BB09-5308966E7015}" dt="2025-12-03T14:38:08.257" v="12" actId="20577"/>
          <ac:spMkLst>
            <pc:docMk/>
            <pc:sldMk cId="1248374299" sldId="290"/>
            <ac:spMk id="3" creationId="{8A616D8A-57F4-3D39-439F-41807518177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A82FA-AC3B-D5B3-49B1-7CFC10D0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AB10A-FBAA-6CBC-1947-B081A999F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92610-4108-70F8-0A0B-C0D041CE8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BEB76-8E84-F60A-60E3-97F15ECEF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43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44DE-C10C-0C15-99FE-93C965011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7B8EBA-88C1-C964-8373-78A338B3C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A473B-B61E-ADF9-44A1-A74CC989CA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6A4B3-870A-F9A7-36D1-1BC8D912E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97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83643-6D5D-95C7-DFB1-516E7F78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3624CE-DD49-399C-6DBA-B856D6AF7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0CD92-0166-1EB3-DD0C-8A06753C7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4A1AA-5D65-8675-378F-E6C0F52D5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3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F24C7-66B0-089A-E5E1-625CFCDD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EFCBB-1EAF-FFF6-AAED-CCAE8F550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66B21D-C61C-C306-6F7C-92087D541F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7B5E6-3F3F-7F05-7EA8-ED8F9101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9799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A2931-81A6-B603-6C82-4C855B4B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F35C9-71B8-3E8D-5925-24CACE3CDC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E7560-F338-0066-31B9-505EB9E9C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E3038-B027-ADD7-495B-C412BF3A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4021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4311" y="3068533"/>
            <a:ext cx="5287689" cy="3200400"/>
          </a:xfrm>
        </p:spPr>
        <p:txBody>
          <a:bodyPr anchor="ctr"/>
          <a:lstStyle/>
          <a:p>
            <a:r>
              <a:rPr lang="en-US"/>
              <a:t>ML Network Intrusion Detection System (NIDS)</a:t>
            </a:r>
            <a:br>
              <a:rPr lang="en-US"/>
            </a:br>
            <a:br>
              <a:rPr lang="en-US"/>
            </a:br>
            <a:r>
              <a:rPr lang="en-US" sz="1400"/>
              <a:t>Nnamdi Adi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/>
          <a:p>
            <a:r>
              <a:rPr lang="en-US"/>
              <a:t>What is a NIDS?</a:t>
            </a:r>
          </a:p>
          <a:p>
            <a:r>
              <a:rPr lang="en-US"/>
              <a:t>Machine Learning</a:t>
            </a:r>
          </a:p>
          <a:p>
            <a:r>
              <a:rPr lang="en-US"/>
              <a:t>Model Training</a:t>
            </a:r>
          </a:p>
          <a:p>
            <a:r>
              <a:rPr lang="en-US"/>
              <a:t>Algorithm Tuning</a:t>
            </a:r>
          </a:p>
          <a:p>
            <a:r>
              <a:rPr lang="en-US"/>
              <a:t>Demo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13B8-E288-CDEA-82A8-E95AD414F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B301B-0698-FA3A-AABD-F778DDE0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/>
              <a:t>What is a </a:t>
            </a:r>
            <a:r>
              <a:rPr lang="en-US" err="1"/>
              <a:t>nids</a:t>
            </a:r>
            <a:r>
              <a:rPr lang="en-US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2B58A-838F-5067-F648-423794438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4773612" cy="3407051"/>
          </a:xfrm>
        </p:spPr>
        <p:txBody>
          <a:bodyPr>
            <a:normAutofit/>
          </a:bodyPr>
          <a:lstStyle/>
          <a:p>
            <a:pPr lvl="1"/>
            <a:r>
              <a:rPr lang="en-US"/>
              <a:t>Monitors network traffic for malicious activity and flags suspicious activity</a:t>
            </a:r>
          </a:p>
          <a:p>
            <a:pPr lvl="1"/>
            <a:r>
              <a:rPr lang="en-US"/>
              <a:t>Analyzes flow attributes of packets (duration, byte size,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Two types of systems</a:t>
            </a:r>
          </a:p>
          <a:p>
            <a:pPr lvl="2"/>
            <a:r>
              <a:rPr lang="en-US"/>
              <a:t>Signature-based: knows the structure of attacks</a:t>
            </a:r>
          </a:p>
          <a:p>
            <a:pPr lvl="2"/>
            <a:r>
              <a:rPr lang="en-US"/>
              <a:t>Anomaly-based: knows the structure of normal traffic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28FF5FD-DF2D-D5D6-62A4-B1CB26AB1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6" descr="A diagram of a router and firewall&#10;&#10;AI-generated content may be incorrect.">
            <a:extLst>
              <a:ext uri="{FF2B5EF4-FFF2-40B4-BE49-F238E27FC236}">
                <a16:creationId xmlns:a16="http://schemas.microsoft.com/office/drawing/2014/main" id="{2842114B-18BF-BC17-0777-F4B7AF20E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545" y="2763078"/>
            <a:ext cx="5325180" cy="294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55AAE-9740-B0B8-C6C3-B6571FFFB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34DDF-9619-1E29-EFF7-37E0D908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/>
              <a:t>ML application to </a:t>
            </a:r>
            <a:r>
              <a:rPr lang="en-US" err="1"/>
              <a:t>nids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69EEF1-6097-6CEA-DDFD-6DAF3A775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5313018" cy="3407051"/>
          </a:xfrm>
        </p:spPr>
        <p:txBody>
          <a:bodyPr>
            <a:normAutofit lnSpcReduction="10000"/>
          </a:bodyPr>
          <a:lstStyle/>
          <a:p>
            <a:pPr lvl="1"/>
            <a:r>
              <a:rPr lang="en-US"/>
              <a:t>Trained multiple ML models to determine flow feature patterns of benign and malicious traffic</a:t>
            </a:r>
          </a:p>
          <a:p>
            <a:pPr lvl="2"/>
            <a:r>
              <a:rPr lang="en-US" err="1"/>
              <a:t>XGBoost</a:t>
            </a:r>
            <a:r>
              <a:rPr lang="en-US"/>
              <a:t>-</a:t>
            </a:r>
            <a:r>
              <a:rPr lang="en-US" b="1"/>
              <a:t>Supervised</a:t>
            </a:r>
            <a:r>
              <a:rPr lang="en-US"/>
              <a:t> model using gradient boosting of decision trees (</a:t>
            </a:r>
            <a:r>
              <a:rPr lang="en-US" b="1"/>
              <a:t>signature-based</a:t>
            </a:r>
            <a:r>
              <a:rPr lang="en-US"/>
              <a:t> NIDS)</a:t>
            </a:r>
          </a:p>
          <a:p>
            <a:pPr lvl="2"/>
            <a:r>
              <a:rPr lang="en-US"/>
              <a:t>Isolation Forest-</a:t>
            </a:r>
            <a:r>
              <a:rPr lang="en-US" b="1"/>
              <a:t>Unsupervised</a:t>
            </a:r>
            <a:r>
              <a:rPr lang="en-US"/>
              <a:t> model using trees to determine feature patterns and isolate paths (</a:t>
            </a:r>
            <a:r>
              <a:rPr lang="en-US" b="1"/>
              <a:t>anomaly-based</a:t>
            </a:r>
            <a:r>
              <a:rPr lang="en-US"/>
              <a:t> NIDS)</a:t>
            </a:r>
          </a:p>
          <a:p>
            <a:pPr lvl="1"/>
            <a:r>
              <a:rPr lang="en-US"/>
              <a:t>.PCAP files are captured via </a:t>
            </a:r>
            <a:r>
              <a:rPr lang="en-US" err="1"/>
              <a:t>Scapy</a:t>
            </a:r>
            <a:r>
              <a:rPr lang="en-US"/>
              <a:t> and analyzed</a:t>
            </a:r>
          </a:p>
          <a:p>
            <a:pPr lvl="2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D48F746-CB32-05D5-7335-F10781787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5" name="Picture 4" descr="A diagram of a tree&#10;&#10;AI-generated content may be incorrect.">
            <a:extLst>
              <a:ext uri="{FF2B5EF4-FFF2-40B4-BE49-F238E27FC236}">
                <a16:creationId xmlns:a16="http://schemas.microsoft.com/office/drawing/2014/main" id="{5344C571-AD47-EB63-6BC4-9475C0E6A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5406" y="2568780"/>
            <a:ext cx="5197433" cy="29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43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8A24D-6B8F-0256-9915-32575A66E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F3F69-58F4-3289-0D76-F64CD65D7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/>
              <a:t>Model training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7A876-5EF7-B23F-676D-76DD8EEC7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7" y="2763078"/>
            <a:ext cx="7726609" cy="3407051"/>
          </a:xfrm>
        </p:spPr>
        <p:txBody>
          <a:bodyPr>
            <a:normAutofit lnSpcReduction="10000"/>
          </a:bodyPr>
          <a:lstStyle/>
          <a:p>
            <a:pPr lvl="1"/>
            <a:r>
              <a:rPr lang="en-US"/>
              <a:t>Trained models on dataset provided by the Canadian Institute of Cybersecurity</a:t>
            </a:r>
          </a:p>
          <a:p>
            <a:pPr lvl="1"/>
            <a:r>
              <a:rPr lang="en-US"/>
              <a:t>Simulated DoS, </a:t>
            </a:r>
            <a:r>
              <a:rPr lang="en-US" err="1"/>
              <a:t>PortScan</a:t>
            </a:r>
            <a:r>
              <a:rPr lang="en-US"/>
              <a:t>, Web Attacks, Infiltration, etc</a:t>
            </a:r>
          </a:p>
          <a:p>
            <a:pPr lvl="1"/>
            <a:r>
              <a:rPr lang="en-US"/>
              <a:t>Outlined over 80 flows, but focused on the following 9:</a:t>
            </a:r>
          </a:p>
          <a:p>
            <a:pPr lvl="2"/>
            <a:r>
              <a:rPr lang="en-US"/>
              <a:t>Flow duration, Total forward/backward packets, total length of forward/backward packets, mean length of forward/backward packets, flow size, flow packets</a:t>
            </a:r>
          </a:p>
          <a:p>
            <a:pPr lvl="1"/>
            <a:r>
              <a:rPr lang="en-US"/>
              <a:t>Supervised model trained on 4/5 days with 5/7 traffic types</a:t>
            </a:r>
          </a:p>
          <a:p>
            <a:pPr lvl="1"/>
            <a:r>
              <a:rPr lang="en-US"/>
              <a:t>Unsupervised model trained on one day of purely benign traffic </a:t>
            </a:r>
          </a:p>
          <a:p>
            <a:pPr lvl="1"/>
            <a:r>
              <a:rPr lang="en-US"/>
              <a:t>Models serialized in a pickle file </a:t>
            </a:r>
          </a:p>
          <a:p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D15E8C4-BE18-222F-D03B-4D8C2C532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73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452CD-7EE1-99AF-6CD3-90DF05CDC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4196-2702-2E83-8E73-67161827D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/>
              <a:t>Hybrid arbitration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CC9E886-1208-CEF2-6DEA-A71CE94E3ED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322387" y="2763078"/>
                <a:ext cx="7726609" cy="3407051"/>
              </a:xfrm>
            </p:spPr>
            <p:txBody>
              <a:bodyPr>
                <a:normAutofit lnSpcReduction="10000"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0"/>
                  <a:t>Tried multiple algorithms to calculate the combined confidence of models</a:t>
                </a:r>
              </a:p>
              <a:p>
                <a:pPr marL="569214" lvl="1"/>
                <a:r>
                  <a:rPr lang="en-US"/>
                  <a:t>Needed both models to agree on anomaly/attack detection with at least 50% confidence</a:t>
                </a:r>
              </a:p>
              <a:p>
                <a:pPr marL="569214" lvl="1"/>
                <a:r>
                  <a:rPr lang="en-US" b="0"/>
                  <a:t>Used </a:t>
                </a:r>
                <a:r>
                  <a:rPr lang="en-US"/>
                  <a:t>average of model confidence with at least 50% combined confidence</a:t>
                </a:r>
              </a:p>
              <a:p>
                <a:pPr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/>
              </a:p>
              <a:p>
                <a:pPr marL="569214" lvl="1"/>
                <a:r>
                  <a:rPr lang="en-US" b="0"/>
                  <a:t>Used weight</a:t>
                </a:r>
                <a:r>
                  <a:rPr lang="en-US"/>
                  <a:t>ed average of model confidence with at least 25% combined confidence</a:t>
                </a:r>
              </a:p>
              <a:p>
                <a:pPr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/>
              </a:p>
              <a:p>
                <a:pPr marL="569214" lvl="1"/>
                <a:endParaRPr lang="en-US" b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CC9E886-1208-CEF2-6DEA-A71CE94E3E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322387" y="2763078"/>
                <a:ext cx="7726609" cy="3407051"/>
              </a:xfrm>
              <a:blipFill>
                <a:blip r:embed="rId3"/>
                <a:stretch>
                  <a:fillRect l="-552" t="-1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2C5F288-2372-C476-B005-BE482A77B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04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F937-462E-6860-56BC-220DA5C52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CAF43-CFDC-F07A-6505-7AEABF83A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616D8A-57F4-3D39-439F-418075181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7" y="2763078"/>
            <a:ext cx="7726609" cy="340705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/>
              <a:t>Supervised model has seen 5/7 traffic types, blind on 2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/>
              <a:t>Unsupervised model has seen only benign traffic</a:t>
            </a:r>
            <a:endParaRPr lang="en-US"/>
          </a:p>
          <a:p>
            <a:pPr marL="569214" lvl="1"/>
            <a:endParaRPr lang="en-US" b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AE6B850-1A96-C2F2-DF53-6412C4B6A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374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{B396EEBA-EA94-460E-82E9-ABA56F361BC7}TF7521aafa-c748-4c40-a498-ba511be234dc5b1b6097_win32-5039330bb2f3</Template>
  <Application>Microsoft Office PowerPoint</Application>
  <PresentationFormat>Widescreen</PresentationFormat>
  <Slides>8</Slides>
  <Notes>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Custom</vt:lpstr>
      <vt:lpstr>ML Network Intrusion Detection System (NIDS)  Nnamdi Adi</vt:lpstr>
      <vt:lpstr>AGENDA</vt:lpstr>
      <vt:lpstr>What is a nids?</vt:lpstr>
      <vt:lpstr>ML application to nids</vt:lpstr>
      <vt:lpstr>Model training</vt:lpstr>
      <vt:lpstr>Hybrid arbitration algorithm</vt:lpstr>
      <vt:lpstr>Demo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Adi, Nnamdi C.</dc:creator>
  <cp:revision>1</cp:revision>
  <dcterms:created xsi:type="dcterms:W3CDTF">2025-12-03T02:08:13Z</dcterms:created>
  <dcterms:modified xsi:type="dcterms:W3CDTF">2025-12-03T14:43:09Z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