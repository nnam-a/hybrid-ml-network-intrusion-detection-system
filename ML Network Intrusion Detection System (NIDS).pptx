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86" r:id="rId7"/>
    <p:sldId id="287" r:id="rId8"/>
    <p:sldId id="288" r:id="rId9"/>
    <p:sldId id="289" r:id="rId10"/>
    <p:sldId id="29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0655" autoAdjust="0"/>
  </p:normalViewPr>
  <p:slideViewPr>
    <p:cSldViewPr snapToGrid="0">
      <p:cViewPr varScale="1">
        <p:scale>
          <a:sx n="81" d="100"/>
          <a:sy n="81" d="100"/>
        </p:scale>
        <p:origin x="60" y="14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82FA-AC3B-D5B3-49B1-7CFC10D0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AB10A-FBAA-6CBC-1947-B081A999F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92610-4108-70F8-0A0B-C0D041CE8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BEB76-8E84-F60A-60E3-97F15ECEF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43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44DE-C10C-0C15-99FE-93C96501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B8EBA-88C1-C964-8373-78A338B3C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A473B-B61E-ADF9-44A1-A74CC989C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6A4B3-870A-F9A7-36D1-1BC8D912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9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3643-6D5D-95C7-DFB1-516E7F78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624CE-DD49-399C-6DBA-B856D6AF7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0CD92-0166-1EB3-DD0C-8A06753C7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4A1AA-5D65-8675-378F-E6C0F52D5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93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24C7-66B0-089A-E5E1-625CFCDD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EFCBB-1EAF-FFF6-AAED-CCAE8F550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6B21D-C61C-C306-6F7C-92087D541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7B5E6-3F3F-7F05-7EA8-ED8F91015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7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2931-81A6-B603-6C82-4C855B4B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F35C9-71B8-3E8D-5925-24CACE3CD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E7560-F338-0066-31B9-505EB9E9C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E3038-B027-ADD7-495B-C412BF3AF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02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311" y="3068533"/>
            <a:ext cx="5287689" cy="3200400"/>
          </a:xfrm>
        </p:spPr>
        <p:txBody>
          <a:bodyPr anchor="ctr"/>
          <a:lstStyle/>
          <a:p>
            <a:r>
              <a:rPr lang="en-US" dirty="0"/>
              <a:t>ML Network Intrusion Detection System (NIDS)</a:t>
            </a:r>
            <a:br>
              <a:rPr lang="en-US" dirty="0"/>
            </a:br>
            <a:br>
              <a:rPr lang="en-US" dirty="0"/>
            </a:br>
            <a:r>
              <a:rPr lang="en-US" sz="1400" dirty="0"/>
              <a:t>Nnamdi Adi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What is a NIDS?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Algorithm Tuning</a:t>
            </a:r>
          </a:p>
          <a:p>
            <a:r>
              <a:rPr lang="en-US" dirty="0"/>
              <a:t>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13B8-E288-CDEA-82A8-E95AD414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301B-0698-FA3A-AABD-F778DDE0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nids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2B58A-838F-5067-F648-423794438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47736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Monitors network traffic for malicious activity and flags suspicious activity</a:t>
            </a:r>
          </a:p>
          <a:p>
            <a:pPr lvl="1"/>
            <a:r>
              <a:rPr lang="en-US" dirty="0"/>
              <a:t>Analyzes flow attributes of packets (duration, byte size,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Two types of systems</a:t>
            </a:r>
          </a:p>
          <a:p>
            <a:pPr lvl="2"/>
            <a:r>
              <a:rPr lang="en-US" dirty="0"/>
              <a:t>Signature-based: knows the structure of attacks</a:t>
            </a:r>
          </a:p>
          <a:p>
            <a:pPr lvl="2"/>
            <a:r>
              <a:rPr lang="en-US" dirty="0"/>
              <a:t>Anomaly-based: knows the structure of normal traffic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28FF5FD-DF2D-D5D6-62A4-B1CB26AB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 descr="A diagram of a router and firewall&#10;&#10;AI-generated content may be incorrect.">
            <a:extLst>
              <a:ext uri="{FF2B5EF4-FFF2-40B4-BE49-F238E27FC236}">
                <a16:creationId xmlns:a16="http://schemas.microsoft.com/office/drawing/2014/main" id="{2842114B-18BF-BC17-0777-F4B7AF20E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545" y="2763078"/>
            <a:ext cx="5325180" cy="29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8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5AAE-9740-B0B8-C6C3-B6571FFF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4DDF-9619-1E29-EFF7-37E0D908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ML application to </a:t>
            </a:r>
            <a:r>
              <a:rPr lang="en-US" dirty="0" err="1"/>
              <a:t>nids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9EEF1-6097-6CEA-DDFD-6DAF3A775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5313018" cy="3407051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Trained multiple ML models to determine flow feature patterns of benign and malicious traffic</a:t>
            </a:r>
          </a:p>
          <a:p>
            <a:pPr lvl="2"/>
            <a:r>
              <a:rPr lang="en-US" dirty="0" err="1"/>
              <a:t>XGBoost</a:t>
            </a:r>
            <a:r>
              <a:rPr lang="en-US" dirty="0"/>
              <a:t>-</a:t>
            </a:r>
            <a:r>
              <a:rPr lang="en-US" b="1" dirty="0"/>
              <a:t>Supervised</a:t>
            </a:r>
            <a:r>
              <a:rPr lang="en-US" dirty="0"/>
              <a:t> model using gradient boosting of decision trees (</a:t>
            </a:r>
            <a:r>
              <a:rPr lang="en-US" b="1" dirty="0"/>
              <a:t>signature-based</a:t>
            </a:r>
            <a:r>
              <a:rPr lang="en-US" dirty="0"/>
              <a:t> NIDS)</a:t>
            </a:r>
          </a:p>
          <a:p>
            <a:pPr lvl="2"/>
            <a:r>
              <a:rPr lang="en-US" dirty="0"/>
              <a:t>Isolation Forest-</a:t>
            </a:r>
            <a:r>
              <a:rPr lang="en-US" b="1" dirty="0"/>
              <a:t>Unsupervised</a:t>
            </a:r>
            <a:r>
              <a:rPr lang="en-US" dirty="0"/>
              <a:t> model using trees to determine feature patterns and isolate paths (</a:t>
            </a:r>
            <a:r>
              <a:rPr lang="en-US" b="1" dirty="0"/>
              <a:t>anomaly-based</a:t>
            </a:r>
            <a:r>
              <a:rPr lang="en-US" dirty="0"/>
              <a:t> NIDS)</a:t>
            </a:r>
          </a:p>
          <a:p>
            <a:pPr lvl="1"/>
            <a:r>
              <a:rPr lang="en-US" dirty="0"/>
              <a:t>.PCAP files are captured via </a:t>
            </a:r>
            <a:r>
              <a:rPr lang="en-US" dirty="0" err="1"/>
              <a:t>Scapy</a:t>
            </a:r>
            <a:r>
              <a:rPr lang="en-US" dirty="0"/>
              <a:t> and analyzed</a:t>
            </a:r>
          </a:p>
          <a:p>
            <a:pPr lvl="2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D48F746-CB32-05D5-7335-F1078178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5344C571-AD47-EB63-6BC4-9475C0E6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406" y="2568780"/>
            <a:ext cx="5197433" cy="29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24D-6B8F-0256-9915-32575A66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3F69-58F4-3289-0D76-F64CD65D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7A876-5EF7-B23F-676D-76DD8EEC7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7726609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Trained models on dataset provided by the Canadian Institute of Cybersecurity</a:t>
            </a:r>
          </a:p>
          <a:p>
            <a:pPr lvl="1"/>
            <a:r>
              <a:rPr lang="en-US" dirty="0"/>
              <a:t>Outlined over 80 flows, but focused on the following 9:</a:t>
            </a:r>
          </a:p>
          <a:p>
            <a:pPr lvl="2"/>
            <a:r>
              <a:rPr lang="en-US" dirty="0"/>
              <a:t>Flow duration, Total forward/backward packets, total length of forward/backward packets, mean length of forward/backward packets, flow size, flow packets</a:t>
            </a:r>
          </a:p>
          <a:p>
            <a:pPr lvl="1"/>
            <a:r>
              <a:rPr lang="en-US" dirty="0"/>
              <a:t>Supervised model trained on 4/5 days with 5/7 traffic types</a:t>
            </a:r>
          </a:p>
          <a:p>
            <a:pPr lvl="1"/>
            <a:r>
              <a:rPr lang="en-US" dirty="0"/>
              <a:t>Unsupervised model trained on one day of purely benign traffic </a:t>
            </a:r>
          </a:p>
          <a:p>
            <a:pPr lvl="1"/>
            <a:r>
              <a:rPr lang="en-US" dirty="0"/>
              <a:t>Models serialized in a pickle file 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D15E8C4-BE18-222F-D03B-4D8C2C53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7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52CD-7EE1-99AF-6CD3-90DF05CD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4196-2702-2E83-8E73-67161827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Hybrid arbitration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CC9E886-1208-CEF2-6DEA-A71CE94E3ED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322387" y="2763078"/>
                <a:ext cx="7726609" cy="3407051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Tried multiple algorithms to calculate the combined confidence of models</a:t>
                </a:r>
              </a:p>
              <a:p>
                <a:pPr marL="569214" lvl="1"/>
                <a:r>
                  <a:rPr lang="en-US" dirty="0"/>
                  <a:t>Needed both models to agree on anomaly/attack detection with at least 50% confidence</a:t>
                </a:r>
              </a:p>
              <a:p>
                <a:pPr marL="569214" lvl="1"/>
                <a:r>
                  <a:rPr lang="en-US" b="0" dirty="0"/>
                  <a:t>Used </a:t>
                </a:r>
                <a:r>
                  <a:rPr lang="en-US" dirty="0"/>
                  <a:t>average of model confidence with at least 50% combined confidence</a:t>
                </a:r>
              </a:p>
              <a:p>
                <a:pPr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/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/>
                        <m:t>=</m:t>
                      </m:r>
                      <m:r>
                        <a:rPr lang="en-US" i="1"/>
                        <m:t>𝐶</m:t>
                      </m:r>
                      <m:r>
                        <a:rPr lang="en-US" i="1"/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569214" lvl="1"/>
                <a:r>
                  <a:rPr lang="en-US" b="0" dirty="0"/>
                  <a:t>Used weight</a:t>
                </a:r>
                <a:r>
                  <a:rPr lang="en-US" dirty="0"/>
                  <a:t>ed average of model confidence with at least 25% combined confidence</a:t>
                </a:r>
              </a:p>
              <a:p>
                <a:pPr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/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2</m:t>
                          </m:r>
                        </m:num>
                        <m:den>
                          <m:r>
                            <a:rPr lang="en-US" i="1"/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/>
                        <m:t>=</m:t>
                      </m:r>
                      <m:r>
                        <a:rPr lang="en-US" i="1"/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569214" lvl="1"/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CC9E886-1208-CEF2-6DEA-A71CE94E3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322387" y="2763078"/>
                <a:ext cx="7726609" cy="3407051"/>
              </a:xfrm>
              <a:blipFill>
                <a:blip r:embed="rId3"/>
                <a:stretch>
                  <a:fillRect l="-552" t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2C5F288-2372-C476-B005-BE482A77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0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F937-462E-6860-56BC-220DA5C5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AF43-CFDC-F07A-6505-7AEABF83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16D8A-57F4-3D39-439F-418075181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7726609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Supervised model has seen 5/7 attacks, blind on 2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Unsupervised model has seen only benign traffic</a:t>
            </a:r>
            <a:endParaRPr lang="en-US" dirty="0"/>
          </a:p>
          <a:p>
            <a:pPr marL="569214" lvl="1"/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AE6B850-1A96-C2F2-DF53-6412C4B6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74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{B396EEBA-EA94-460E-82E9-ABA56F361BC7}TF7521aafa-c748-4c40-a498-ba511be234dc5b1b6097_win32-5039330bb2f3</Template>
  <TotalTime>223</TotalTime>
  <Words>312</Words>
  <Application>Microsoft Office PowerPoint</Application>
  <PresentationFormat>Widescreen</PresentationFormat>
  <Paragraphs>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Tenorite</vt:lpstr>
      <vt:lpstr>Custom</vt:lpstr>
      <vt:lpstr>ML Network Intrusion Detection System (NIDS)  Nnamdi Adi</vt:lpstr>
      <vt:lpstr>AGENDA</vt:lpstr>
      <vt:lpstr>What is a nids?</vt:lpstr>
      <vt:lpstr>ML application to nids</vt:lpstr>
      <vt:lpstr>Model training</vt:lpstr>
      <vt:lpstr>Hybrid arbitration algorithm</vt:lpstr>
      <vt:lpstr>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Adi, Nnamdi C.</dc:creator>
  <cp:lastModifiedBy>Adi, Nnamdi C.</cp:lastModifiedBy>
  <cp:revision>1</cp:revision>
  <dcterms:created xsi:type="dcterms:W3CDTF">2025-12-03T02:08:13Z</dcterms:created>
  <dcterms:modified xsi:type="dcterms:W3CDTF">2025-12-03T05:51:20Z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